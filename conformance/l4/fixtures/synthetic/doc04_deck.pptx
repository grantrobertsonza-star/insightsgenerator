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Very satisfied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26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Brand X tracker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1: Awareness of Brand X by gender (column %)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r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Female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Don't 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Very satisfied by gender (%)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Awareness (picture of a table)</a:t>
            </a:r>
          </a:p>
        </p:txBody>
      </p:sp>
      <p:pic>
        <p:nvPicPr>
          <p:cNvPr id="3" name="Picture 2" descr="table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